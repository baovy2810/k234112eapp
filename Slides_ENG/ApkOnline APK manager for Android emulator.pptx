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61" d="100"/>
          <a:sy n="61" d="100"/>
        </p:scale>
        <p:origin x="876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DD9EC-DD10-7DB9-3F9E-8A74971830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8B2532-9BCF-3565-6ABC-4D499CBF8D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13EB8-768B-A490-51A1-E0673AD44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89EEE-0035-440F-92D9-67F83E4D7554}" type="datetimeFigureOut">
              <a:rPr lang="en-US" smtClean="0"/>
              <a:t>21/04/2026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09DB9-4CB9-F468-6D17-898B233A2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08ABF-6576-7332-474B-6FA230BDE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00E5D-85E0-40C8-B779-19E44CBEF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2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A262C-D9FD-541B-D5B0-7BE577A30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8F6E4-B540-6519-645A-31206AFF1B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4348D-0C51-C02C-00D6-AE783B204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89EEE-0035-440F-92D9-67F83E4D7554}" type="datetimeFigureOut">
              <a:rPr lang="en-US" smtClean="0"/>
              <a:t>21/04/2026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75D731-3C86-2239-EF97-008428685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199814-69FC-9E5D-D209-8DE361466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00E5D-85E0-40C8-B779-19E44CBEF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701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C92AC-9E85-932C-3040-02218A5AE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90211E-9A03-E8B0-FDD3-3283B97714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2C806-620A-30AF-BF2B-BCB3E53A8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89EEE-0035-440F-92D9-67F83E4D7554}" type="datetimeFigureOut">
              <a:rPr lang="en-US" smtClean="0"/>
              <a:t>21/04/2026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B9BB7-A617-21AA-6BCA-DC88A554A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64607-F8B5-3D26-470D-27EC93356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00E5D-85E0-40C8-B779-19E44CBEF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547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66832-B064-89BC-30DA-7C556C600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BC4C26-90FA-91A4-CFD3-4466180768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A6BC9A-9D40-AE17-AD57-259B0CE827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E754BB-E54A-E0C2-A3D6-1C2439177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89EEE-0035-440F-92D9-67F83E4D7554}" type="datetimeFigureOut">
              <a:rPr lang="en-US" smtClean="0"/>
              <a:t>21/04/2026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91DCD7-515D-C956-7A15-A82507EE3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1CBDB1-5B0C-92B6-2AFB-BF266207D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00E5D-85E0-40C8-B779-19E44CBEF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545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300E0-C9F8-EA75-2ADD-E1B1E84EC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CB821-4385-2B64-1F48-95B1B8232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564D46-6150-639E-A1F1-B0F4F6F57A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8549D0-EACC-2F5F-B340-940D56FD3D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D02429-5080-2A03-F08F-28C7CA1407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287649-6E82-A9D7-9760-5C8ED1D41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89EEE-0035-440F-92D9-67F83E4D7554}" type="datetimeFigureOut">
              <a:rPr lang="en-US" smtClean="0"/>
              <a:t>21/04/2026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C930FB-AA48-B32F-AB7E-528D1DA8C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86CFF7-D1B9-6F52-554B-953278D5A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00E5D-85E0-40C8-B779-19E44CBEF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92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50E78-5BA0-C57C-980B-36E3F413D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E0FA5A-7830-DD71-64B0-ADCDABF1D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89EEE-0035-440F-92D9-67F83E4D7554}" type="datetimeFigureOut">
              <a:rPr lang="en-US" smtClean="0"/>
              <a:t>21/04/2026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8B5EAF-8E0B-90C0-9AA0-B527ECC07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6E9F00-CADF-ED61-1089-3A811EF4F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00E5D-85E0-40C8-B779-19E44CBEF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775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3A5AC4-425D-DCC4-24AD-A8019EBA8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89EEE-0035-440F-92D9-67F83E4D7554}" type="datetimeFigureOut">
              <a:rPr lang="en-US" smtClean="0"/>
              <a:t>21/04/2026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403E4C-A6B7-A2D7-E44C-A2D19D877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F77D7B-5BAE-9872-77B4-20B148C61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00E5D-85E0-40C8-B779-19E44CBEF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560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DD75E-DDEA-4F0D-065A-9240B383B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668E7-0FB6-21D7-67A2-E217FF51A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46D94D-37F9-DBFD-3CB4-7506223736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5D29F-271A-F1A0-0D0E-6A9F1D76E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89EEE-0035-440F-92D9-67F83E4D7554}" type="datetimeFigureOut">
              <a:rPr lang="en-US" smtClean="0"/>
              <a:t>21/04/2026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EFE15A-879B-DEDD-86A3-22B368E20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44AB7D-9EFF-B584-E2AC-AB4953661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00E5D-85E0-40C8-B779-19E44CBEF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13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4E95A-12D7-CE98-A18A-4EE6F1105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F390D1-5205-9582-0F2F-450E40C5D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82E778-1D8D-D8BF-1E97-976E7BCA58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4E3E56-A26F-FAF3-6243-0D25FC2CD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89EEE-0035-440F-92D9-67F83E4D7554}" type="datetimeFigureOut">
              <a:rPr lang="en-US" smtClean="0"/>
              <a:t>21/04/2026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9DE11-C26E-F0A3-4051-346D86735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255C1A-D8CB-3052-2A1F-FD630DDA1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00E5D-85E0-40C8-B779-19E44CBEF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645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2AE35-43A6-C546-166C-D01216786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C35CEA-8104-AF29-61F7-18A16E5164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817495-E232-AD12-31BA-9BB26A8C5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89EEE-0035-440F-92D9-67F83E4D7554}" type="datetimeFigureOut">
              <a:rPr lang="en-US" smtClean="0"/>
              <a:t>21/04/2026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7A63E4-3912-AB6B-9580-548ADDC02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41D03-670D-A2BF-4989-AFE40D101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00E5D-85E0-40C8-B779-19E44CBEF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484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41C9EB-442F-8170-B110-C6E71200C7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97A9DE-81D2-FD0F-BB01-2764AA26B8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91721-11B4-71F9-6F5E-A5AF19EED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89EEE-0035-440F-92D9-67F83E4D7554}" type="datetimeFigureOut">
              <a:rPr lang="en-US" smtClean="0"/>
              <a:t>21/04/2026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967972-9846-FC43-D99B-17AD703E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9BFD5-BFE6-D04B-0985-6FEB10C22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00E5D-85E0-40C8-B779-19E44CBEF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587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6981AA-F0E9-1EA9-0629-D6945DA58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BAA313-91C2-DA2D-ED53-A2E488788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F4C73-8022-4A8C-BD45-5713152160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389EEE-0035-440F-92D9-67F83E4D7554}" type="datetimeFigureOut">
              <a:rPr lang="en-US" smtClean="0"/>
              <a:t>21/04/2026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09644-7905-4C58-A75A-933B3F5E8E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2706F-09BB-BD61-1883-652ED3F42B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F00E5D-85E0-40C8-B779-19E44CBEF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654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chromewebstore.google.com/detail/apkonline-apk-manager-for/lnhnebkkgjmlgomfkkmkoaefbknopmja?pli=1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EA5C2A4-44CD-34B5-0A31-643EF4F4CA91}"/>
              </a:ext>
            </a:extLst>
          </p:cNvPr>
          <p:cNvSpPr txBox="1"/>
          <p:nvPr/>
        </p:nvSpPr>
        <p:spPr>
          <a:xfrm>
            <a:off x="288907" y="870781"/>
            <a:ext cx="116141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hlinkClick r:id="rId2"/>
              </a:rPr>
              <a:t>https://chromewebstore.google.com/detail/apkonline-apk-manager-for/lnhnebkkgjmlgomfkkmkoaefbknopmja?pli=1</a:t>
            </a:r>
            <a:r>
              <a:rPr lang="en-US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DB31C4-8942-9301-1181-90C5BDD8D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438" y="1369812"/>
            <a:ext cx="12192000" cy="54142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66044E1-5D93-2E48-E575-658439FBA5C4}"/>
              </a:ext>
            </a:extLst>
          </p:cNvPr>
          <p:cNvSpPr txBox="1"/>
          <p:nvPr/>
        </p:nvSpPr>
        <p:spPr>
          <a:xfrm>
            <a:off x="292608" y="182880"/>
            <a:ext cx="11510990" cy="453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75"/>
              </a:lnSpc>
              <a:buNone/>
            </a:pPr>
            <a:r>
              <a:rPr lang="en-US"/>
              <a:t>Chạy Android APK trên nền Chrome: </a:t>
            </a:r>
            <a:r>
              <a:rPr lang="en-US" b="1">
                <a:effectLst/>
                <a:latin typeface="Google Sans"/>
              </a:rPr>
              <a:t>ApkOnline APK manager for Android emulator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288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49AE600-A694-2951-3854-E851259D2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1894"/>
            <a:ext cx="12192000" cy="5414211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E2B977E-0861-8DF7-5C72-237E2568564E}"/>
              </a:ext>
            </a:extLst>
          </p:cNvPr>
          <p:cNvCxnSpPr/>
          <p:nvPr/>
        </p:nvCxnSpPr>
        <p:spPr>
          <a:xfrm flipH="1">
            <a:off x="5329646" y="1666821"/>
            <a:ext cx="292608" cy="6792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9743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E5BE9-BCC0-FCF8-9ADE-2D27B5661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42F2E9-4B39-7EE0-CF70-8BA27314D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1894"/>
            <a:ext cx="12192000" cy="5414211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67EA5806-0EF8-95AC-EB89-5019052E9FF1}"/>
              </a:ext>
            </a:extLst>
          </p:cNvPr>
          <p:cNvCxnSpPr>
            <a:cxnSpLocks/>
          </p:cNvCxnSpPr>
          <p:nvPr/>
        </p:nvCxnSpPr>
        <p:spPr>
          <a:xfrm flipH="1">
            <a:off x="7451054" y="1802674"/>
            <a:ext cx="66881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0167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ACE41A5-6207-3147-9B99-FECBF7742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1894"/>
            <a:ext cx="12192000" cy="5414211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10B1B526-9D71-501F-4EF4-A258D2531C35}"/>
              </a:ext>
            </a:extLst>
          </p:cNvPr>
          <p:cNvCxnSpPr>
            <a:cxnSpLocks/>
          </p:cNvCxnSpPr>
          <p:nvPr/>
        </p:nvCxnSpPr>
        <p:spPr>
          <a:xfrm>
            <a:off x="6803136" y="1807899"/>
            <a:ext cx="0" cy="7785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4762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E2A45F7-F2CE-21B9-EDAF-E4756CCB5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1894"/>
            <a:ext cx="12192000" cy="5414211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55CF9ECB-1D2A-D832-AA0D-7ED5C1034D6D}"/>
              </a:ext>
            </a:extLst>
          </p:cNvPr>
          <p:cNvCxnSpPr>
            <a:cxnSpLocks/>
          </p:cNvCxnSpPr>
          <p:nvPr/>
        </p:nvCxnSpPr>
        <p:spPr>
          <a:xfrm flipV="1">
            <a:off x="4634702" y="1985554"/>
            <a:ext cx="0" cy="7106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8657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B1720C-8ADA-C947-72F4-72407B180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1894"/>
            <a:ext cx="12192000" cy="5414211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DAE7928E-6080-6D5C-C231-1276F99A65A5}"/>
              </a:ext>
            </a:extLst>
          </p:cNvPr>
          <p:cNvCxnSpPr>
            <a:cxnSpLocks/>
          </p:cNvCxnSpPr>
          <p:nvPr/>
        </p:nvCxnSpPr>
        <p:spPr>
          <a:xfrm flipH="1">
            <a:off x="4822808" y="3380668"/>
            <a:ext cx="41801" cy="11913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6844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E85D6C-3F47-F444-A854-792197EDC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1894"/>
            <a:ext cx="12192000" cy="5414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340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E46071-45C8-EB1D-BCE3-189263C00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1894"/>
            <a:ext cx="12192000" cy="5414211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50D29551-8C01-6003-FA6B-82218CB92BC5}"/>
              </a:ext>
            </a:extLst>
          </p:cNvPr>
          <p:cNvCxnSpPr>
            <a:cxnSpLocks/>
          </p:cNvCxnSpPr>
          <p:nvPr/>
        </p:nvCxnSpPr>
        <p:spPr>
          <a:xfrm flipV="1">
            <a:off x="6306748" y="2006455"/>
            <a:ext cx="292607" cy="5956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0514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6DBB62-F044-A5DB-56F1-5A625F292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535" y="1166031"/>
            <a:ext cx="12192000" cy="54142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C85866-92FA-3DA3-3357-D14330BFA012}"/>
              </a:ext>
            </a:extLst>
          </p:cNvPr>
          <p:cNvSpPr txBox="1"/>
          <p:nvPr/>
        </p:nvSpPr>
        <p:spPr>
          <a:xfrm>
            <a:off x="627017" y="355310"/>
            <a:ext cx="2002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Chọn file manager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33984C1-2CE9-4F65-3DB0-F973D466C632}"/>
              </a:ext>
            </a:extLst>
          </p:cNvPr>
          <p:cNvCxnSpPr>
            <a:cxnSpLocks/>
          </p:cNvCxnSpPr>
          <p:nvPr/>
        </p:nvCxnSpPr>
        <p:spPr>
          <a:xfrm flipH="1">
            <a:off x="977103" y="3277470"/>
            <a:ext cx="41801" cy="11913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2981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76BE85-832C-354B-608E-7D4CC7458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1894"/>
            <a:ext cx="12192000" cy="5414211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46B790EA-4A14-2CE4-7101-330286951C67}"/>
              </a:ext>
            </a:extLst>
          </p:cNvPr>
          <p:cNvCxnSpPr>
            <a:cxnSpLocks/>
          </p:cNvCxnSpPr>
          <p:nvPr/>
        </p:nvCxnSpPr>
        <p:spPr>
          <a:xfrm flipH="1" flipV="1">
            <a:off x="3192562" y="2351314"/>
            <a:ext cx="741971" cy="4650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431748A-0851-6E83-48D6-C2BB94D20420}"/>
              </a:ext>
            </a:extLst>
          </p:cNvPr>
          <p:cNvCxnSpPr>
            <a:cxnSpLocks/>
          </p:cNvCxnSpPr>
          <p:nvPr/>
        </p:nvCxnSpPr>
        <p:spPr>
          <a:xfrm flipH="1" flipV="1">
            <a:off x="6096000" y="3636699"/>
            <a:ext cx="741971" cy="4650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63504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BC7336-41F5-CA02-1077-4A1575A54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137" y="894324"/>
            <a:ext cx="12192000" cy="5414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837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274CDE-2A61-65C6-27EB-72761FB8E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1894"/>
            <a:ext cx="12192000" cy="5414211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62E26E9-49AC-394C-BCBB-2CDF839FFD69}"/>
              </a:ext>
            </a:extLst>
          </p:cNvPr>
          <p:cNvCxnSpPr>
            <a:cxnSpLocks/>
          </p:cNvCxnSpPr>
          <p:nvPr/>
        </p:nvCxnSpPr>
        <p:spPr>
          <a:xfrm>
            <a:off x="7947443" y="2471493"/>
            <a:ext cx="0" cy="83079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29172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F78D74-1983-6D31-CE9C-8FA63C079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21" y="983151"/>
            <a:ext cx="12192000" cy="54142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D091D9-E9A0-9D39-31C5-257FC36D8E6E}"/>
              </a:ext>
            </a:extLst>
          </p:cNvPr>
          <p:cNvSpPr txBox="1"/>
          <p:nvPr/>
        </p:nvSpPr>
        <p:spPr>
          <a:xfrm>
            <a:off x="815122" y="245582"/>
            <a:ext cx="3275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APK chạy ở đây -</a:t>
            </a:r>
            <a:r>
              <a:rPr lang="en-US">
                <a:sym typeface="Wingdings" panose="05000000000000000000" pitchFamily="2" charset="2"/>
              </a:rPr>
              <a:t> Hello World</a:t>
            </a:r>
            <a:endParaRPr lang="en-US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4C29B606-F5F3-773F-05AA-A0160AEA5A04}"/>
              </a:ext>
            </a:extLst>
          </p:cNvPr>
          <p:cNvCxnSpPr>
            <a:cxnSpLocks/>
          </p:cNvCxnSpPr>
          <p:nvPr/>
        </p:nvCxnSpPr>
        <p:spPr>
          <a:xfrm flipH="1">
            <a:off x="5402799" y="3605349"/>
            <a:ext cx="41801" cy="11913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98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41</Words>
  <Application>Microsoft Office PowerPoint</Application>
  <PresentationFormat>Widescreen</PresentationFormat>
  <Paragraphs>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Google Sans</vt:lpstr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Tran Duy Thanh</dc:creator>
  <cp:lastModifiedBy>Tran Duy Thanh</cp:lastModifiedBy>
  <cp:revision>5</cp:revision>
  <dcterms:created xsi:type="dcterms:W3CDTF">2026-04-21T02:06:29Z</dcterms:created>
  <dcterms:modified xsi:type="dcterms:W3CDTF">2026-04-21T02:30:44Z</dcterms:modified>
</cp:coreProperties>
</file>